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59" r:id="rId5"/>
    <p:sldId id="260" r:id="rId6"/>
    <p:sldId id="265" r:id="rId7"/>
    <p:sldId id="266" r:id="rId8"/>
    <p:sldId id="261" r:id="rId9"/>
    <p:sldId id="263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642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99A90F1-7853-4FA6-9207-ED22BA990213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7718145-C3F0-44F1-9629-70C94A9438B6}">
      <dgm:prSet/>
      <dgm:spPr/>
      <dgm:t>
        <a:bodyPr/>
        <a:lstStyle/>
        <a:p>
          <a:r>
            <a:rPr lang="de-DE"/>
            <a:t>JSON</a:t>
          </a:r>
          <a:endParaRPr lang="en-US"/>
        </a:p>
      </dgm:t>
    </dgm:pt>
    <dgm:pt modelId="{5C5EDBC8-1CC9-49BF-AA91-383335DFBC6D}" type="parTrans" cxnId="{A9BF851F-6157-4884-9BB8-4B8C0302BE88}">
      <dgm:prSet/>
      <dgm:spPr/>
      <dgm:t>
        <a:bodyPr/>
        <a:lstStyle/>
        <a:p>
          <a:endParaRPr lang="en-US"/>
        </a:p>
      </dgm:t>
    </dgm:pt>
    <dgm:pt modelId="{204F9520-C040-4307-A52A-CEDF825D6D6A}" type="sibTrans" cxnId="{A9BF851F-6157-4884-9BB8-4B8C0302BE88}">
      <dgm:prSet/>
      <dgm:spPr/>
      <dgm:t>
        <a:bodyPr/>
        <a:lstStyle/>
        <a:p>
          <a:endParaRPr lang="en-US"/>
        </a:p>
      </dgm:t>
    </dgm:pt>
    <dgm:pt modelId="{C7374B68-96E6-4022-8ABA-2D45694962DF}">
      <dgm:prSet/>
      <dgm:spPr/>
      <dgm:t>
        <a:bodyPr/>
        <a:lstStyle/>
        <a:p>
          <a:r>
            <a:rPr lang="de-DE"/>
            <a:t>JavaScript Object Notation</a:t>
          </a:r>
          <a:endParaRPr lang="en-US"/>
        </a:p>
      </dgm:t>
    </dgm:pt>
    <dgm:pt modelId="{568C0E04-53E3-4C1B-B4FD-649EF2388C11}" type="parTrans" cxnId="{78112A76-7112-42D2-BB80-F0FD57CDF149}">
      <dgm:prSet/>
      <dgm:spPr/>
      <dgm:t>
        <a:bodyPr/>
        <a:lstStyle/>
        <a:p>
          <a:endParaRPr lang="en-US"/>
        </a:p>
      </dgm:t>
    </dgm:pt>
    <dgm:pt modelId="{8003BCEA-BE5B-4879-9B9B-D5314D380BB6}" type="sibTrans" cxnId="{78112A76-7112-42D2-BB80-F0FD57CDF149}">
      <dgm:prSet/>
      <dgm:spPr/>
      <dgm:t>
        <a:bodyPr/>
        <a:lstStyle/>
        <a:p>
          <a:endParaRPr lang="en-US"/>
        </a:p>
      </dgm:t>
    </dgm:pt>
    <dgm:pt modelId="{522D1A90-E957-434D-8A29-D8A9124ACF89}">
      <dgm:prSet/>
      <dgm:spPr/>
      <dgm:t>
        <a:bodyPr/>
        <a:lstStyle/>
        <a:p>
          <a:r>
            <a:rPr lang="de-DE"/>
            <a:t>Leichtgewichtiges und textbasiertes Format zum Datenaustausch</a:t>
          </a:r>
          <a:endParaRPr lang="en-US"/>
        </a:p>
      </dgm:t>
    </dgm:pt>
    <dgm:pt modelId="{188C3064-E5BB-4AE8-B38B-72589D11D2E0}" type="parTrans" cxnId="{AD0C7418-1344-4501-BE32-E7FBF3A959A3}">
      <dgm:prSet/>
      <dgm:spPr/>
      <dgm:t>
        <a:bodyPr/>
        <a:lstStyle/>
        <a:p>
          <a:endParaRPr lang="en-US"/>
        </a:p>
      </dgm:t>
    </dgm:pt>
    <dgm:pt modelId="{75D783A5-3DD8-4F5B-8D81-EE7E41EBE395}" type="sibTrans" cxnId="{AD0C7418-1344-4501-BE32-E7FBF3A959A3}">
      <dgm:prSet/>
      <dgm:spPr/>
      <dgm:t>
        <a:bodyPr/>
        <a:lstStyle/>
        <a:p>
          <a:endParaRPr lang="en-US"/>
        </a:p>
      </dgm:t>
    </dgm:pt>
    <dgm:pt modelId="{962423AD-7241-4841-B3F0-36F19CDC0A7E}">
      <dgm:prSet/>
      <dgm:spPr/>
      <dgm:t>
        <a:bodyPr/>
        <a:lstStyle/>
        <a:p>
          <a:r>
            <a:rPr lang="de-DE"/>
            <a:t>REST-API</a:t>
          </a:r>
          <a:endParaRPr lang="en-US"/>
        </a:p>
      </dgm:t>
    </dgm:pt>
    <dgm:pt modelId="{4BDDACD9-CA98-465B-AB41-520597436D3E}" type="parTrans" cxnId="{E28CF97B-DCE8-42AF-8584-680051860870}">
      <dgm:prSet/>
      <dgm:spPr/>
      <dgm:t>
        <a:bodyPr/>
        <a:lstStyle/>
        <a:p>
          <a:endParaRPr lang="en-US"/>
        </a:p>
      </dgm:t>
    </dgm:pt>
    <dgm:pt modelId="{E52EE2F9-6FBB-44A3-80A6-96061D90BF46}" type="sibTrans" cxnId="{E28CF97B-DCE8-42AF-8584-680051860870}">
      <dgm:prSet/>
      <dgm:spPr/>
      <dgm:t>
        <a:bodyPr/>
        <a:lstStyle/>
        <a:p>
          <a:endParaRPr lang="en-US"/>
        </a:p>
      </dgm:t>
    </dgm:pt>
    <dgm:pt modelId="{0D0EE22F-B661-43F4-A261-E2B8B2285732}">
      <dgm:prSet/>
      <dgm:spPr/>
      <dgm:t>
        <a:bodyPr/>
        <a:lstStyle/>
        <a:p>
          <a:r>
            <a:rPr lang="de-DE"/>
            <a:t>Representational State Transfer</a:t>
          </a:r>
          <a:endParaRPr lang="en-US"/>
        </a:p>
      </dgm:t>
    </dgm:pt>
    <dgm:pt modelId="{551CA79D-E67B-4144-9F30-FDCCC981A2A2}" type="parTrans" cxnId="{F7053DEE-0D4C-495A-AAD9-C3B3F4CD32D4}">
      <dgm:prSet/>
      <dgm:spPr/>
      <dgm:t>
        <a:bodyPr/>
        <a:lstStyle/>
        <a:p>
          <a:endParaRPr lang="en-US"/>
        </a:p>
      </dgm:t>
    </dgm:pt>
    <dgm:pt modelId="{09EF3809-92D0-4AE7-95A7-9B66D3331913}" type="sibTrans" cxnId="{F7053DEE-0D4C-495A-AAD9-C3B3F4CD32D4}">
      <dgm:prSet/>
      <dgm:spPr/>
      <dgm:t>
        <a:bodyPr/>
        <a:lstStyle/>
        <a:p>
          <a:endParaRPr lang="en-US"/>
        </a:p>
      </dgm:t>
    </dgm:pt>
    <dgm:pt modelId="{6BA40382-6C82-4199-AD06-E74445E7672A}">
      <dgm:prSet/>
      <dgm:spPr/>
      <dgm:t>
        <a:bodyPr/>
        <a:lstStyle/>
        <a:p>
          <a:r>
            <a:rPr lang="de-DE"/>
            <a:t>Definiert Regeln und Richtlinien, wie eine API aufgebaut sein soll</a:t>
          </a:r>
          <a:endParaRPr lang="en-US"/>
        </a:p>
      </dgm:t>
    </dgm:pt>
    <dgm:pt modelId="{8DE27FB8-F589-4359-B975-8320ADBC9E53}" type="parTrans" cxnId="{CBB7D48C-C469-47D7-85F6-75A37B45A43B}">
      <dgm:prSet/>
      <dgm:spPr/>
      <dgm:t>
        <a:bodyPr/>
        <a:lstStyle/>
        <a:p>
          <a:endParaRPr lang="en-US"/>
        </a:p>
      </dgm:t>
    </dgm:pt>
    <dgm:pt modelId="{C5D7C630-3EBE-41AB-94CA-F7F2F8C3B5D3}" type="sibTrans" cxnId="{CBB7D48C-C469-47D7-85F6-75A37B45A43B}">
      <dgm:prSet/>
      <dgm:spPr/>
      <dgm:t>
        <a:bodyPr/>
        <a:lstStyle/>
        <a:p>
          <a:endParaRPr lang="en-US"/>
        </a:p>
      </dgm:t>
    </dgm:pt>
    <dgm:pt modelId="{67C89EBB-B578-43E2-AFA9-13E68C65518A}" type="pres">
      <dgm:prSet presAssocID="{199A90F1-7853-4FA6-9207-ED22BA990213}" presName="linear" presStyleCnt="0">
        <dgm:presLayoutVars>
          <dgm:dir/>
          <dgm:animLvl val="lvl"/>
          <dgm:resizeHandles val="exact"/>
        </dgm:presLayoutVars>
      </dgm:prSet>
      <dgm:spPr/>
    </dgm:pt>
    <dgm:pt modelId="{5E2886D3-0687-4005-AE9C-9F6A99D54F26}" type="pres">
      <dgm:prSet presAssocID="{57718145-C3F0-44F1-9629-70C94A9438B6}" presName="parentLin" presStyleCnt="0"/>
      <dgm:spPr/>
    </dgm:pt>
    <dgm:pt modelId="{E68BBF28-B374-439B-B1A5-650A817DE8DE}" type="pres">
      <dgm:prSet presAssocID="{57718145-C3F0-44F1-9629-70C94A9438B6}" presName="parentLeftMargin" presStyleLbl="node1" presStyleIdx="0" presStyleCnt="2"/>
      <dgm:spPr/>
    </dgm:pt>
    <dgm:pt modelId="{03ED632F-FAEA-4F55-8005-AE880C074C50}" type="pres">
      <dgm:prSet presAssocID="{57718145-C3F0-44F1-9629-70C94A9438B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041B868-8D35-4F82-BF28-97660BCF6B9D}" type="pres">
      <dgm:prSet presAssocID="{57718145-C3F0-44F1-9629-70C94A9438B6}" presName="negativeSpace" presStyleCnt="0"/>
      <dgm:spPr/>
    </dgm:pt>
    <dgm:pt modelId="{66DD4CFF-3C77-4432-ACE6-5AAE1CFFEE75}" type="pres">
      <dgm:prSet presAssocID="{57718145-C3F0-44F1-9629-70C94A9438B6}" presName="childText" presStyleLbl="conFgAcc1" presStyleIdx="0" presStyleCnt="2">
        <dgm:presLayoutVars>
          <dgm:bulletEnabled val="1"/>
        </dgm:presLayoutVars>
      </dgm:prSet>
      <dgm:spPr/>
    </dgm:pt>
    <dgm:pt modelId="{505F30E2-0C27-45AF-992A-455970C5C7AD}" type="pres">
      <dgm:prSet presAssocID="{204F9520-C040-4307-A52A-CEDF825D6D6A}" presName="spaceBetweenRectangles" presStyleCnt="0"/>
      <dgm:spPr/>
    </dgm:pt>
    <dgm:pt modelId="{9349F01B-08DA-4F90-96D0-4806746E3314}" type="pres">
      <dgm:prSet presAssocID="{962423AD-7241-4841-B3F0-36F19CDC0A7E}" presName="parentLin" presStyleCnt="0"/>
      <dgm:spPr/>
    </dgm:pt>
    <dgm:pt modelId="{0A417313-FF3C-41BB-B229-98551FCFA6C1}" type="pres">
      <dgm:prSet presAssocID="{962423AD-7241-4841-B3F0-36F19CDC0A7E}" presName="parentLeftMargin" presStyleLbl="node1" presStyleIdx="0" presStyleCnt="2"/>
      <dgm:spPr/>
    </dgm:pt>
    <dgm:pt modelId="{69F5B20D-2046-4C7B-9EF1-CE3AFEC682B1}" type="pres">
      <dgm:prSet presAssocID="{962423AD-7241-4841-B3F0-36F19CDC0A7E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F1195BCA-254D-42D6-B47B-922063167436}" type="pres">
      <dgm:prSet presAssocID="{962423AD-7241-4841-B3F0-36F19CDC0A7E}" presName="negativeSpace" presStyleCnt="0"/>
      <dgm:spPr/>
    </dgm:pt>
    <dgm:pt modelId="{16C91D58-8084-42E1-9DC5-DF3EA4B877D4}" type="pres">
      <dgm:prSet presAssocID="{962423AD-7241-4841-B3F0-36F19CDC0A7E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AD0C7418-1344-4501-BE32-E7FBF3A959A3}" srcId="{57718145-C3F0-44F1-9629-70C94A9438B6}" destId="{522D1A90-E957-434D-8A29-D8A9124ACF89}" srcOrd="1" destOrd="0" parTransId="{188C3064-E5BB-4AE8-B38B-72589D11D2E0}" sibTransId="{75D783A5-3DD8-4F5B-8D81-EE7E41EBE395}"/>
    <dgm:cxn modelId="{DC93231E-15D6-4148-B8D1-0571C2761AFD}" type="presOf" srcId="{962423AD-7241-4841-B3F0-36F19CDC0A7E}" destId="{0A417313-FF3C-41BB-B229-98551FCFA6C1}" srcOrd="0" destOrd="0" presId="urn:microsoft.com/office/officeart/2005/8/layout/list1"/>
    <dgm:cxn modelId="{A9BF851F-6157-4884-9BB8-4B8C0302BE88}" srcId="{199A90F1-7853-4FA6-9207-ED22BA990213}" destId="{57718145-C3F0-44F1-9629-70C94A9438B6}" srcOrd="0" destOrd="0" parTransId="{5C5EDBC8-1CC9-49BF-AA91-383335DFBC6D}" sibTransId="{204F9520-C040-4307-A52A-CEDF825D6D6A}"/>
    <dgm:cxn modelId="{6CC09E42-168A-4113-B027-475077785228}" type="presOf" srcId="{C7374B68-96E6-4022-8ABA-2D45694962DF}" destId="{66DD4CFF-3C77-4432-ACE6-5AAE1CFFEE75}" srcOrd="0" destOrd="0" presId="urn:microsoft.com/office/officeart/2005/8/layout/list1"/>
    <dgm:cxn modelId="{5E9EFD42-F181-4EC2-8D58-7A1F7017AE3A}" type="presOf" srcId="{57718145-C3F0-44F1-9629-70C94A9438B6}" destId="{E68BBF28-B374-439B-B1A5-650A817DE8DE}" srcOrd="0" destOrd="0" presId="urn:microsoft.com/office/officeart/2005/8/layout/list1"/>
    <dgm:cxn modelId="{3ADC2D65-EC3B-438D-8B47-8E24B5230E87}" type="presOf" srcId="{6BA40382-6C82-4199-AD06-E74445E7672A}" destId="{16C91D58-8084-42E1-9DC5-DF3EA4B877D4}" srcOrd="0" destOrd="1" presId="urn:microsoft.com/office/officeart/2005/8/layout/list1"/>
    <dgm:cxn modelId="{78112A76-7112-42D2-BB80-F0FD57CDF149}" srcId="{57718145-C3F0-44F1-9629-70C94A9438B6}" destId="{C7374B68-96E6-4022-8ABA-2D45694962DF}" srcOrd="0" destOrd="0" parTransId="{568C0E04-53E3-4C1B-B4FD-649EF2388C11}" sibTransId="{8003BCEA-BE5B-4879-9B9B-D5314D380BB6}"/>
    <dgm:cxn modelId="{E28CF97B-DCE8-42AF-8584-680051860870}" srcId="{199A90F1-7853-4FA6-9207-ED22BA990213}" destId="{962423AD-7241-4841-B3F0-36F19CDC0A7E}" srcOrd="1" destOrd="0" parTransId="{4BDDACD9-CA98-465B-AB41-520597436D3E}" sibTransId="{E52EE2F9-6FBB-44A3-80A6-96061D90BF46}"/>
    <dgm:cxn modelId="{CBB7D48C-C469-47D7-85F6-75A37B45A43B}" srcId="{962423AD-7241-4841-B3F0-36F19CDC0A7E}" destId="{6BA40382-6C82-4199-AD06-E74445E7672A}" srcOrd="1" destOrd="0" parTransId="{8DE27FB8-F589-4359-B975-8320ADBC9E53}" sibTransId="{C5D7C630-3EBE-41AB-94CA-F7F2F8C3B5D3}"/>
    <dgm:cxn modelId="{5F326399-C5E6-4D53-B84F-1BC1B69136A7}" type="presOf" srcId="{57718145-C3F0-44F1-9629-70C94A9438B6}" destId="{03ED632F-FAEA-4F55-8005-AE880C074C50}" srcOrd="1" destOrd="0" presId="urn:microsoft.com/office/officeart/2005/8/layout/list1"/>
    <dgm:cxn modelId="{8C8B7BC1-A2BE-4E6E-93B5-E437D0013BEC}" type="presOf" srcId="{199A90F1-7853-4FA6-9207-ED22BA990213}" destId="{67C89EBB-B578-43E2-AFA9-13E68C65518A}" srcOrd="0" destOrd="0" presId="urn:microsoft.com/office/officeart/2005/8/layout/list1"/>
    <dgm:cxn modelId="{A0CFC9DD-F40E-4F69-AB87-94075565FEF9}" type="presOf" srcId="{522D1A90-E957-434D-8A29-D8A9124ACF89}" destId="{66DD4CFF-3C77-4432-ACE6-5AAE1CFFEE75}" srcOrd="0" destOrd="1" presId="urn:microsoft.com/office/officeart/2005/8/layout/list1"/>
    <dgm:cxn modelId="{F7053DEE-0D4C-495A-AAD9-C3B3F4CD32D4}" srcId="{962423AD-7241-4841-B3F0-36F19CDC0A7E}" destId="{0D0EE22F-B661-43F4-A261-E2B8B2285732}" srcOrd="0" destOrd="0" parTransId="{551CA79D-E67B-4144-9F30-FDCCC981A2A2}" sibTransId="{09EF3809-92D0-4AE7-95A7-9B66D3331913}"/>
    <dgm:cxn modelId="{C11AF1EE-7BEA-4013-8722-2EEF96BB1654}" type="presOf" srcId="{962423AD-7241-4841-B3F0-36F19CDC0A7E}" destId="{69F5B20D-2046-4C7B-9EF1-CE3AFEC682B1}" srcOrd="1" destOrd="0" presId="urn:microsoft.com/office/officeart/2005/8/layout/list1"/>
    <dgm:cxn modelId="{E6F2E9F8-883A-495D-99CD-930FE0976F2D}" type="presOf" srcId="{0D0EE22F-B661-43F4-A261-E2B8B2285732}" destId="{16C91D58-8084-42E1-9DC5-DF3EA4B877D4}" srcOrd="0" destOrd="0" presId="urn:microsoft.com/office/officeart/2005/8/layout/list1"/>
    <dgm:cxn modelId="{A3A95BAD-8F50-4E82-8768-CC4610E14D60}" type="presParOf" srcId="{67C89EBB-B578-43E2-AFA9-13E68C65518A}" destId="{5E2886D3-0687-4005-AE9C-9F6A99D54F26}" srcOrd="0" destOrd="0" presId="urn:microsoft.com/office/officeart/2005/8/layout/list1"/>
    <dgm:cxn modelId="{6324E83F-5FFC-4576-BAA3-67D22647B441}" type="presParOf" srcId="{5E2886D3-0687-4005-AE9C-9F6A99D54F26}" destId="{E68BBF28-B374-439B-B1A5-650A817DE8DE}" srcOrd="0" destOrd="0" presId="urn:microsoft.com/office/officeart/2005/8/layout/list1"/>
    <dgm:cxn modelId="{51DAC520-527E-4F58-B368-BC04D9C1303E}" type="presParOf" srcId="{5E2886D3-0687-4005-AE9C-9F6A99D54F26}" destId="{03ED632F-FAEA-4F55-8005-AE880C074C50}" srcOrd="1" destOrd="0" presId="urn:microsoft.com/office/officeart/2005/8/layout/list1"/>
    <dgm:cxn modelId="{FE93CC3F-76A2-4326-8E54-9FDACAAC89F2}" type="presParOf" srcId="{67C89EBB-B578-43E2-AFA9-13E68C65518A}" destId="{4041B868-8D35-4F82-BF28-97660BCF6B9D}" srcOrd="1" destOrd="0" presId="urn:microsoft.com/office/officeart/2005/8/layout/list1"/>
    <dgm:cxn modelId="{091ACEAA-BFCD-407F-964F-22C854F0D3EB}" type="presParOf" srcId="{67C89EBB-B578-43E2-AFA9-13E68C65518A}" destId="{66DD4CFF-3C77-4432-ACE6-5AAE1CFFEE75}" srcOrd="2" destOrd="0" presId="urn:microsoft.com/office/officeart/2005/8/layout/list1"/>
    <dgm:cxn modelId="{33B15CA0-8BB9-4DF6-BF58-9F65EC2053B6}" type="presParOf" srcId="{67C89EBB-B578-43E2-AFA9-13E68C65518A}" destId="{505F30E2-0C27-45AF-992A-455970C5C7AD}" srcOrd="3" destOrd="0" presId="urn:microsoft.com/office/officeart/2005/8/layout/list1"/>
    <dgm:cxn modelId="{7F6D2BC3-AD56-4305-BBCF-9FD1812D5256}" type="presParOf" srcId="{67C89EBB-B578-43E2-AFA9-13E68C65518A}" destId="{9349F01B-08DA-4F90-96D0-4806746E3314}" srcOrd="4" destOrd="0" presId="urn:microsoft.com/office/officeart/2005/8/layout/list1"/>
    <dgm:cxn modelId="{5E197D1E-F44A-45E0-8CF4-BF5BD7B1692C}" type="presParOf" srcId="{9349F01B-08DA-4F90-96D0-4806746E3314}" destId="{0A417313-FF3C-41BB-B229-98551FCFA6C1}" srcOrd="0" destOrd="0" presId="urn:microsoft.com/office/officeart/2005/8/layout/list1"/>
    <dgm:cxn modelId="{25A30E59-4BC8-47CF-8461-D9718311FBEE}" type="presParOf" srcId="{9349F01B-08DA-4F90-96D0-4806746E3314}" destId="{69F5B20D-2046-4C7B-9EF1-CE3AFEC682B1}" srcOrd="1" destOrd="0" presId="urn:microsoft.com/office/officeart/2005/8/layout/list1"/>
    <dgm:cxn modelId="{0D0FECAD-FD6E-4E44-8E62-6F04C3DF0192}" type="presParOf" srcId="{67C89EBB-B578-43E2-AFA9-13E68C65518A}" destId="{F1195BCA-254D-42D6-B47B-922063167436}" srcOrd="5" destOrd="0" presId="urn:microsoft.com/office/officeart/2005/8/layout/list1"/>
    <dgm:cxn modelId="{C66DE627-6617-4A66-AF82-62410AF82F41}" type="presParOf" srcId="{67C89EBB-B578-43E2-AFA9-13E68C65518A}" destId="{16C91D58-8084-42E1-9DC5-DF3EA4B877D4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DD4CFF-3C77-4432-ACE6-5AAE1CFFEE75}">
      <dsp:nvSpPr>
        <dsp:cNvPr id="0" name=""/>
        <dsp:cNvSpPr/>
      </dsp:nvSpPr>
      <dsp:spPr>
        <a:xfrm>
          <a:off x="0" y="424309"/>
          <a:ext cx="6666833" cy="2425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583184" rIns="517420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800" kern="1200"/>
            <a:t>JavaScript Object Notation</a:t>
          </a:r>
          <a:endParaRPr lang="en-US" sz="2800" kern="120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800" kern="1200"/>
            <a:t>Leichtgewichtiges und textbasiertes Format zum Datenaustausch</a:t>
          </a:r>
          <a:endParaRPr lang="en-US" sz="2800" kern="1200"/>
        </a:p>
      </dsp:txBody>
      <dsp:txXfrm>
        <a:off x="0" y="424309"/>
        <a:ext cx="6666833" cy="2425500"/>
      </dsp:txXfrm>
    </dsp:sp>
    <dsp:sp modelId="{03ED632F-FAEA-4F55-8005-AE880C074C50}">
      <dsp:nvSpPr>
        <dsp:cNvPr id="0" name=""/>
        <dsp:cNvSpPr/>
      </dsp:nvSpPr>
      <dsp:spPr>
        <a:xfrm>
          <a:off x="333341" y="11029"/>
          <a:ext cx="4666783" cy="8265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/>
            <a:t>JSON</a:t>
          </a:r>
          <a:endParaRPr lang="en-US" sz="2800" kern="1200"/>
        </a:p>
      </dsp:txBody>
      <dsp:txXfrm>
        <a:off x="373690" y="51378"/>
        <a:ext cx="4586085" cy="745862"/>
      </dsp:txXfrm>
    </dsp:sp>
    <dsp:sp modelId="{16C91D58-8084-42E1-9DC5-DF3EA4B877D4}">
      <dsp:nvSpPr>
        <dsp:cNvPr id="0" name=""/>
        <dsp:cNvSpPr/>
      </dsp:nvSpPr>
      <dsp:spPr>
        <a:xfrm>
          <a:off x="0" y="3414290"/>
          <a:ext cx="6666833" cy="2028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583184" rIns="517420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800" kern="1200"/>
            <a:t>Representational State Transfer</a:t>
          </a:r>
          <a:endParaRPr lang="en-US" sz="2800" kern="120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800" kern="1200"/>
            <a:t>Definiert Regeln und Richtlinien, wie eine API aufgebaut sein soll</a:t>
          </a:r>
          <a:endParaRPr lang="en-US" sz="2800" kern="1200"/>
        </a:p>
      </dsp:txBody>
      <dsp:txXfrm>
        <a:off x="0" y="3414290"/>
        <a:ext cx="6666833" cy="2028600"/>
      </dsp:txXfrm>
    </dsp:sp>
    <dsp:sp modelId="{69F5B20D-2046-4C7B-9EF1-CE3AFEC682B1}">
      <dsp:nvSpPr>
        <dsp:cNvPr id="0" name=""/>
        <dsp:cNvSpPr/>
      </dsp:nvSpPr>
      <dsp:spPr>
        <a:xfrm>
          <a:off x="333341" y="3001009"/>
          <a:ext cx="4666783" cy="82656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/>
            <a:t>REST-API</a:t>
          </a:r>
          <a:endParaRPr lang="en-US" sz="2800" kern="1200"/>
        </a:p>
      </dsp:txBody>
      <dsp:txXfrm>
        <a:off x="373690" y="3041358"/>
        <a:ext cx="4586085" cy="7458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B68C9B-F6BA-3B19-E1D4-310F15DDF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A8E2D98-3266-0264-8967-6C09B94A5A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35452DD-17BD-FC88-A55B-7C2CD2CF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5F6D7-557B-4596-8FDB-4A6442972374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D0BE2F5-0CBB-B62A-9FE9-95CB976E9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A925566-50EE-EF72-ED19-513B1DD3B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85E8-91ED-45C4-AE91-AEAC189D07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1834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5973B7-0FC6-FE12-EFA2-5852C3A20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B65AE45-D2DE-3BAD-1E7A-D6EC61605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7CCB26-5905-48E4-6793-B0A8433B6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5F6D7-557B-4596-8FDB-4A6442972374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1158E80-B28B-5BBD-A761-81460DEA7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16322A-B1AA-072C-25A5-58908C22C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85E8-91ED-45C4-AE91-AEAC189D07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7559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4D2EF7-90CE-3518-911C-5943E0958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E1C156-379A-2E5E-7DF9-37DEFDD03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A7B3753-259D-FF93-514F-C26313315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5F6D7-557B-4596-8FDB-4A6442972374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4ADC010-CB7C-AEB0-A58E-7F8F0C510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C1F703-D453-3A6D-94A3-6921C2BE6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85E8-91ED-45C4-AE91-AEAC189D07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7572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46CA12-88C4-3952-67FF-B52BA9646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6E74D9B-347C-D35E-49BA-5AD6373D13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B507EA2-62CA-BFF5-B09E-C5EEC5C26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C5D193A-FCCA-CB0C-35C8-C5879AD82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5F6D7-557B-4596-8FDB-4A6442972374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79F8129-4D49-41FB-3E29-08918C556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7E85B2F-5814-92C0-34C8-A3BF3D2AA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85E8-91ED-45C4-AE91-AEAC189D07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7835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062BD7-6A4E-B6A2-390B-657070847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1950C7A-CD14-278C-1E19-11BA1B8F0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33897D1-C7EA-9A04-156E-12AB826B9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144936A-4CDD-44BF-E63B-E889BA3679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42F1CF2-7CB7-5424-53E7-6A92615A00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78CA6F3-C84B-EDCA-A966-C7B7816D9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5F6D7-557B-4596-8FDB-4A6442972374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CD2AA48-C1C4-C5E8-B5CA-A3A7787B3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5721220-8380-0839-3CD0-A490EAC50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85E8-91ED-45C4-AE91-AEAC189D07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0346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D8B098-03CF-0F4C-8D61-7CB3B15C3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77DF4C1-B9D1-D464-D418-0BD561F77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5F6D7-557B-4596-8FDB-4A6442972374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81B7B55-4C50-DB51-7536-8945FC969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4AB38B9-9101-2629-0FA4-59BEDB3D2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85E8-91ED-45C4-AE91-AEAC189D07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7042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49F8714-D0BF-F6AB-FFA9-A7F304A5F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5F6D7-557B-4596-8FDB-4A6442972374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BF12049-1582-6D1C-27C9-177A50758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7DBCA0C-F513-3E24-3849-D67E0588E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85E8-91ED-45C4-AE91-AEAC189D07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6660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324A21-E933-3F64-5CC6-A9B0F5E39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E0774B3-831F-A024-B4BD-362075D5B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6F9531D-4BE4-6E26-18D8-7E99ADC073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C572A1A-8483-DCFA-7520-80DE63454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5F6D7-557B-4596-8FDB-4A6442972374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BA34063-6F02-2A1F-9B36-F139E1356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3405EED-3307-95C8-01B0-3F60E06E8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85E8-91ED-45C4-AE91-AEAC189D07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2115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0063CD-C514-D04D-11D9-E102E34FC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E4BB16D-B398-E06E-359F-4297F8DE5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707247F-5EBE-AD61-35CE-5A0DDCAF83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0BF846A-2E01-E5E8-F2BB-49F73B665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5F6D7-557B-4596-8FDB-4A6442972374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2FB0F35-9ED7-B6B6-97D4-369E8D0A2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6266D52-5C81-8063-4D71-1C7E1F026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85E8-91ED-45C4-AE91-AEAC189D07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5848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6F4EA2-EB06-F8D1-09F1-57C3CD637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6F96E88-76E1-93C7-6FE1-F569FE306A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1450C3-D546-CF7E-F43B-044E3C063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5F6D7-557B-4596-8FDB-4A6442972374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6CB8239-9198-6682-B7BF-B617D43C7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1F498F-6AE5-647F-3090-56E5CD301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85E8-91ED-45C4-AE91-AEAC189D07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9831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C1AEA61-E247-FB6D-D083-C4F9A1EE8A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9930EE7-54E7-0D14-9B0E-85A2AB5C7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5F98D74-CE9B-B380-F2FA-79E67AB25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5F6D7-557B-4596-8FDB-4A6442972374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6DD8F7-511C-A4CD-3C69-1A525E408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45FA68-154A-5886-8205-7A6693E1C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85E8-91ED-45C4-AE91-AEAC189D07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7503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0F77AD9-B5A8-6E16-B4AE-2000136D6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3757442-2779-D8E3-5418-031D56074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AFC9002-E7F0-5BE9-D37F-FAF04C2DBA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15F6D7-557B-4596-8FDB-4A6442972374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5837173-8824-C471-B9FA-B3A849DCEF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6F5FB1-3175-5543-14AE-ED126257E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C985E8-91ED-45C4-AE91-AEAC189D07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1376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erpower.com/api/giveaway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32D7BA3-2CD8-2822-8A0B-4045B58DF2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de-DE" sz="4800">
                <a:solidFill>
                  <a:srgbClr val="FFFFFF"/>
                </a:solidFill>
              </a:rPr>
              <a:t>Nutzung einer REST-API	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445AEBA-86C8-C9EB-84F8-0F69C91E0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de-DE">
                <a:solidFill>
                  <a:srgbClr val="FFFFFF"/>
                </a:solidFill>
              </a:rPr>
              <a:t>Die GamerPower-API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072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5EA7C4A-B06A-F3FD-D980-FB7908699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de-DE" sz="4000">
                <a:solidFill>
                  <a:srgbClr val="FFFFFF"/>
                </a:solidFill>
              </a:rPr>
              <a:t>JSON &amp; REST-API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E3408FEA-8456-BC96-B20C-92E367F898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205109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52151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3" name="Rectangle 1030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4F3196B-5262-66C1-7CAC-9136A6932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2" y="489508"/>
            <a:ext cx="5181597" cy="165548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Die Wahl der API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22D3127-BE9B-0358-D7E0-A906128151F4}"/>
              </a:ext>
            </a:extLst>
          </p:cNvPr>
          <p:cNvSpPr txBox="1"/>
          <p:nvPr/>
        </p:nvSpPr>
        <p:spPr>
          <a:xfrm>
            <a:off x="914402" y="2418408"/>
            <a:ext cx="5181598" cy="34098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GamerPower</a:t>
            </a:r>
            <a:endParaRPr lang="en-US" sz="2000" dirty="0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Einfache</a:t>
            </a:r>
            <a:r>
              <a:rPr lang="en-US" sz="2000" dirty="0"/>
              <a:t> API, die JSON </a:t>
            </a:r>
            <a:r>
              <a:rPr lang="en-US" sz="2000" dirty="0" err="1"/>
              <a:t>liefert</a:t>
            </a:r>
            <a:endParaRPr lang="en-US" sz="2000" dirty="0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Kostenlos</a:t>
            </a:r>
            <a:r>
              <a:rPr lang="en-US" sz="2000" dirty="0"/>
              <a:t> </a:t>
            </a:r>
            <a:r>
              <a:rPr lang="en-US" sz="2000" dirty="0" err="1"/>
              <a:t>verwendbar</a:t>
            </a:r>
            <a:endParaRPr lang="en-US" sz="2000" dirty="0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Gratisspiele</a:t>
            </a:r>
            <a:r>
              <a:rPr lang="en-US" sz="2000" dirty="0"/>
              <a:t> für </a:t>
            </a:r>
            <a:r>
              <a:rPr lang="en-US" sz="2000" dirty="0" err="1"/>
              <a:t>beliebige</a:t>
            </a:r>
            <a:r>
              <a:rPr lang="en-US" sz="2000" dirty="0"/>
              <a:t> </a:t>
            </a:r>
            <a:r>
              <a:rPr lang="en-US" sz="2000" dirty="0" err="1"/>
              <a:t>Plattformen</a:t>
            </a:r>
            <a:endParaRPr lang="en-US" sz="2000" dirty="0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gemeinsames</a:t>
            </a:r>
            <a:r>
              <a:rPr lang="en-US" sz="2000" dirty="0"/>
              <a:t> Thema Gaming</a:t>
            </a:r>
          </a:p>
        </p:txBody>
      </p:sp>
      <p:sp>
        <p:nvSpPr>
          <p:cNvPr id="1044" name="Rectangle 1032">
            <a:extLst>
              <a:ext uri="{FF2B5EF4-FFF2-40B4-BE49-F238E27FC236}">
                <a16:creationId xmlns:a16="http://schemas.microsoft.com/office/drawing/2014/main" id="{A344AAA5-41F4-4862-97EF-688D31DC7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85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Rectangle 1034">
            <a:extLst>
              <a:ext uri="{FF2B5EF4-FFF2-40B4-BE49-F238E27FC236}">
                <a16:creationId xmlns:a16="http://schemas.microsoft.com/office/drawing/2014/main" id="{69E1A62C-2AAF-4B3E-8CDB-65E237080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2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E3C81368-C500-BF78-BA59-01A54A303A1D}"/>
              </a:ext>
            </a:extLst>
          </p:cNvPr>
          <p:cNvGrpSpPr/>
          <p:nvPr/>
        </p:nvGrpSpPr>
        <p:grpSpPr>
          <a:xfrm>
            <a:off x="6675120" y="2426630"/>
            <a:ext cx="4957638" cy="1619101"/>
            <a:chOff x="6015098" y="4707901"/>
            <a:chExt cx="3522549" cy="1150419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2E8BA38F-2698-DFDA-8753-804C0E052D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15098" y="4707901"/>
              <a:ext cx="3522549" cy="7810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37222EAF-0E06-00B7-68A5-00CC5098A64D}"/>
                </a:ext>
              </a:extLst>
            </p:cNvPr>
            <p:cNvSpPr txBox="1"/>
            <p:nvPr/>
          </p:nvSpPr>
          <p:spPr>
            <a:xfrm>
              <a:off x="6096000" y="5488988"/>
              <a:ext cx="33607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1280160">
                <a:spcAft>
                  <a:spcPts val="600"/>
                </a:spcAft>
              </a:pPr>
              <a:r>
                <a:rPr lang="de-DE" sz="252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https://www.gamerpower.com/</a:t>
              </a:r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773971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FC632F-6CF3-0A01-F407-34BD57ADF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JSON-Analyse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C2770D6-864A-7051-BD7E-206521493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Unter URL </a:t>
            </a:r>
            <a:r>
              <a:rPr lang="de-DE" dirty="0">
                <a:hlinkClick r:id="rId2"/>
              </a:rPr>
              <a:t>https://gamerpower.com/api/giveaways</a:t>
            </a:r>
            <a:r>
              <a:rPr lang="de-DE" dirty="0"/>
              <a:t> sind alle Gratisspiele erreichbar</a:t>
            </a:r>
          </a:p>
        </p:txBody>
      </p:sp>
      <p:pic>
        <p:nvPicPr>
          <p:cNvPr id="5" name="Grafik 4" descr="The image is an advertisement for a Steam game giveaway, featuring a free game called Deponia with a comic style and puzzles, available until March 16th.&#10;&#10;KI-generierte Inhalte können fehlerhaft sein.">
            <a:extLst>
              <a:ext uri="{FF2B5EF4-FFF2-40B4-BE49-F238E27FC236}">
                <a16:creationId xmlns:a16="http://schemas.microsoft.com/office/drawing/2014/main" id="{97C1993B-57F3-2762-24AC-6B35FBB2C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800" y="3429000"/>
            <a:ext cx="9878400" cy="2938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194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FE4E860-D09D-883B-9601-82D0AE6A7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Ableitung eines Datenmodells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024E243-BE70-613A-1E8E-152766EDA0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2225" y="2833067"/>
            <a:ext cx="11327549" cy="2718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5860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7" name="Rectangle 4106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109" name="Rectangle 4108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-1500"/>
            <a:ext cx="12191998" cy="6858000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1" name="Rectangle 4110">
            <a:extLst>
              <a:ext uri="{FF2B5EF4-FFF2-40B4-BE49-F238E27FC236}">
                <a16:creationId xmlns:a16="http://schemas.microsoft.com/office/drawing/2014/main" id="{AFFC87AC-C919-4FE5-BAC3-39509E00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635" y="-1500"/>
            <a:ext cx="8119933" cy="6858001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3" name="Rectangle 4112">
            <a:extLst>
              <a:ext uri="{FF2B5EF4-FFF2-40B4-BE49-F238E27FC236}">
                <a16:creationId xmlns:a16="http://schemas.microsoft.com/office/drawing/2014/main" id="{7D0659F6-0853-468D-B1B2-44FDBE98B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9272" y="-3000"/>
            <a:ext cx="12201265" cy="6859501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4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5" name="Rectangle 4114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8536" y="0"/>
            <a:ext cx="11718098" cy="6858000"/>
          </a:xfrm>
          <a:prstGeom prst="rect">
            <a:avLst/>
          </a:prstGeom>
          <a:gradFill>
            <a:gsLst>
              <a:gs pos="19000">
                <a:srgbClr val="000000">
                  <a:alpha val="62000"/>
                </a:srgbClr>
              </a:gs>
              <a:gs pos="100000">
                <a:schemeClr val="accent1">
                  <a:lumMod val="75000"/>
                  <a:alpha val="44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F3D1062-C65F-552D-32A2-9A1D4FDCA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639" y="561203"/>
            <a:ext cx="9932691" cy="11659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>
                <a:solidFill>
                  <a:srgbClr val="FFFFFF"/>
                </a:solidFill>
              </a:rPr>
              <a:t>Speicherung in der Datenbank</a:t>
            </a:r>
          </a:p>
        </p:txBody>
      </p:sp>
      <p:sp>
        <p:nvSpPr>
          <p:cNvPr id="4117" name="Rectangle 4116">
            <a:extLst>
              <a:ext uri="{FF2B5EF4-FFF2-40B4-BE49-F238E27FC236}">
                <a16:creationId xmlns:a16="http://schemas.microsoft.com/office/drawing/2014/main" id="{977ACDD7-882D-4B81-A213-84C82B96B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2888341"/>
            <a:ext cx="12203819" cy="396815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9C05B3FD-A4FD-925D-002D-28816519B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89497" y="2158813"/>
            <a:ext cx="4192130" cy="3657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3E69E6A0-235E-240B-6AE6-88ADCB00FF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52293" y="3224534"/>
            <a:ext cx="2843676" cy="1526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Pfeil: nach rechts 4">
            <a:extLst>
              <a:ext uri="{FF2B5EF4-FFF2-40B4-BE49-F238E27FC236}">
                <a16:creationId xmlns:a16="http://schemas.microsoft.com/office/drawing/2014/main" id="{22AB8A51-FBDF-C704-081A-249BE5DBBCEB}"/>
              </a:ext>
            </a:extLst>
          </p:cNvPr>
          <p:cNvSpPr/>
          <p:nvPr/>
        </p:nvSpPr>
        <p:spPr>
          <a:xfrm>
            <a:off x="4980733" y="3620430"/>
            <a:ext cx="1224000" cy="734400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1368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40" name="Rectangle 5139">
            <a:extLst>
              <a:ext uri="{FF2B5EF4-FFF2-40B4-BE49-F238E27FC236}">
                <a16:creationId xmlns:a16="http://schemas.microsoft.com/office/drawing/2014/main" id="{9203DE33-2CD4-4CA8-9AF3-37C3B6513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42" name="Rectangle 5141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44" name="Rectangle 5143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3A2A8C7-DB7A-2978-DFA7-E8C53293E3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39"/>
          <a:stretch>
            <a:fillRect/>
          </a:stretch>
        </p:blipFill>
        <p:spPr bwMode="auto">
          <a:xfrm>
            <a:off x="4038599" y="10"/>
            <a:ext cx="8160026" cy="6875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46" name="Freeform: Shape 5145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B724F7-7BC7-3042-8BE7-73D2B00B6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73" y="2950387"/>
            <a:ext cx="3052293" cy="35314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3700">
                <a:solidFill>
                  <a:srgbClr val="FFFFFF"/>
                </a:solidFill>
              </a:rPr>
              <a:t>Codeübersicht</a:t>
            </a:r>
          </a:p>
        </p:txBody>
      </p:sp>
    </p:spTree>
    <p:extLst>
      <p:ext uri="{BB962C8B-B14F-4D97-AF65-F5344CB8AC3E}">
        <p14:creationId xmlns:p14="http://schemas.microsoft.com/office/powerpoint/2010/main" val="581375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6D63398-EEE4-4E6A-BEF3-E92924A28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0"/>
            <a:ext cx="12226755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804B24-17AC-406D-9636-1332F5DF9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03156" y="-2460574"/>
            <a:ext cx="6859919" cy="1177723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-864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8000"/>
                </a:schemeClr>
              </a:gs>
              <a:gs pos="99000">
                <a:srgbClr val="000000">
                  <a:alpha val="46000"/>
                </a:srgb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626703">
            <a:off x="1164940" y="1025588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70DF94D-F28F-435E-AD56-C40FC99AF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2409782"/>
            <a:ext cx="12221732" cy="444325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11000"/>
                </a:srgb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F952EE-9AAE-4D81-BF98-35DF713340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942096" y="-2872097"/>
            <a:ext cx="6407535" cy="12151737"/>
          </a:xfrm>
          <a:prstGeom prst="rect">
            <a:avLst/>
          </a:prstGeom>
          <a:gradFill>
            <a:gsLst>
              <a:gs pos="1000">
                <a:srgbClr val="000000">
                  <a:alpha val="33000"/>
                </a:srgb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161C500-54F6-E9C3-3905-3645FB115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4454" y="3006586"/>
            <a:ext cx="7284935" cy="273229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7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Live-Demo</a:t>
            </a:r>
          </a:p>
        </p:txBody>
      </p:sp>
    </p:spTree>
    <p:extLst>
      <p:ext uri="{BB962C8B-B14F-4D97-AF65-F5344CB8AC3E}">
        <p14:creationId xmlns:p14="http://schemas.microsoft.com/office/powerpoint/2010/main" val="2295926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A339009-A6FA-01AE-35B8-FE37173F5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de-DE" sz="4000">
                <a:solidFill>
                  <a:srgbClr val="FFFFFF"/>
                </a:solidFill>
              </a:rPr>
              <a:t>Fazit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040726-061E-6387-D24C-101725148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de-DE" sz="2000" dirty="0"/>
              <a:t>Erst das ER-Modell erstellen, danach mit der Umsetzung beginnen</a:t>
            </a:r>
          </a:p>
          <a:p>
            <a:r>
              <a:rPr lang="de-DE" sz="2000" dirty="0"/>
              <a:t>Kanban-Board nur wenig benutzt, da die User-Stories insgesamt übersichtlich waren</a:t>
            </a:r>
          </a:p>
        </p:txBody>
      </p:sp>
    </p:spTree>
    <p:extLst>
      <p:ext uri="{BB962C8B-B14F-4D97-AF65-F5344CB8AC3E}">
        <p14:creationId xmlns:p14="http://schemas.microsoft.com/office/powerpoint/2010/main" val="3886104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</Words>
  <Application>Microsoft Office PowerPoint</Application>
  <PresentationFormat>Breitbild</PresentationFormat>
  <Paragraphs>25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</vt:lpstr>
      <vt:lpstr>Nutzung einer REST-API </vt:lpstr>
      <vt:lpstr>JSON &amp; REST-API</vt:lpstr>
      <vt:lpstr>Die Wahl der API</vt:lpstr>
      <vt:lpstr>JSON-Analyse</vt:lpstr>
      <vt:lpstr>Ableitung eines Datenmodells</vt:lpstr>
      <vt:lpstr>Speicherung in der Datenbank</vt:lpstr>
      <vt:lpstr>Codeübersicht</vt:lpstr>
      <vt:lpstr>Live-Demo</vt:lpstr>
      <vt:lpstr>Fazit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Marius Overmeyer</dc:creator>
  <cp:lastModifiedBy>Marius Overmeyer</cp:lastModifiedBy>
  <cp:revision>1</cp:revision>
  <dcterms:created xsi:type="dcterms:W3CDTF">2026-03-12T17:01:37Z</dcterms:created>
  <dcterms:modified xsi:type="dcterms:W3CDTF">2026-03-12T19:27:42Z</dcterms:modified>
</cp:coreProperties>
</file>